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56" r:id="rId2"/>
    <p:sldId id="283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68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96" autoAdjust="0"/>
    <p:restoredTop sz="94660"/>
  </p:normalViewPr>
  <p:slideViewPr>
    <p:cSldViewPr>
      <p:cViewPr varScale="1">
        <p:scale>
          <a:sx n="103" d="100"/>
          <a:sy n="103" d="100"/>
        </p:scale>
        <p:origin x="178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0E9B3-9101-4019-851E-091C6E831D4D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6E2F87-44C3-48BA-A00A-2DDD986547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6261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6E2F87-44C3-48BA-A00A-2DDD986547B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0318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олилиния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44624"/>
            <a:ext cx="9144000" cy="1296144"/>
          </a:xfrm>
        </p:spPr>
        <p:txBody>
          <a:bodyPr anchor="ctr">
            <a:normAutofit/>
          </a:bodyPr>
          <a:lstStyle/>
          <a:p>
            <a:pPr algn="ctr"/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Зачёт</a:t>
            </a:r>
          </a:p>
        </p:txBody>
      </p:sp>
      <p:sp>
        <p:nvSpPr>
          <p:cNvPr id="4" name="AutoShape 4" descr="https://pbs-prod.linustechtips.com/monthly_2018_04/DSC01406_2.JPG.3fd43922aa98ec1338e699475ddbd6de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F94A8F87-EFF8-FDF2-D9E9-FA36FDC94C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00" r="28877" b="29416"/>
          <a:stretch/>
        </p:blipFill>
        <p:spPr bwMode="auto">
          <a:xfrm>
            <a:off x="1115616" y="1529854"/>
            <a:ext cx="6912768" cy="491979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8659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Задание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92696"/>
            <a:ext cx="8784976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7675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Необходимо разработать приложение с системой авторизации и окном вывода информации с дальнейшей работой с данными.</a:t>
            </a:r>
          </a:p>
          <a:p>
            <a:pPr indent="447675"/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indent="447675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1) Система авторизации должна получать данные от пользователя, введённые в поля ввода, и проверять наличие пользователя в списке элементов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массиве. </a:t>
            </a:r>
          </a:p>
          <a:p>
            <a:pPr indent="447675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Реализовать функционал авторизации с разделением прав доступа:</a:t>
            </a:r>
          </a:p>
          <a:p>
            <a:pPr indent="447675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администратор (доступ к просмотру, редактированию и удалению записей), </a:t>
            </a:r>
          </a:p>
          <a:p>
            <a:pPr indent="447675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менеджер (просмотр информации и выполнение базовых функций в соответствии с заданием), </a:t>
            </a:r>
          </a:p>
          <a:p>
            <a:pPr indent="447675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гость (просмотр информации без функционала)</a:t>
            </a:r>
          </a:p>
          <a:p>
            <a:pPr indent="447675"/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indent="447675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2) Реализовать массив данных в соответствии с выданным заданием. В приложении необходимо реализовать функционал вывода, добавления, редактирования и удаления записей.</a:t>
            </a:r>
          </a:p>
          <a:p>
            <a:pPr indent="447675"/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indent="447675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Допускается использование интернета для поиска информации и изображений для стилистики. Запрещается использование нейронных сетей и копировать готовый код.</a:t>
            </a:r>
          </a:p>
        </p:txBody>
      </p:sp>
    </p:spTree>
    <p:extLst>
      <p:ext uri="{BB962C8B-B14F-4D97-AF65-F5344CB8AC3E}">
        <p14:creationId xmlns:p14="http://schemas.microsoft.com/office/powerpoint/2010/main" val="2302030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Стилистика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92696"/>
            <a:ext cx="8784976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Неоморфизм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Neumorphism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Стиль, имитирующий элементы интерфейса, «выдавленные» или «вдавленные» в фон. Создаёт эффект мягкого пластика или бумаги. Интерфейс выглядит минималистично, но тактильно.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1) Шрифты: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Заголовки: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Segoe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UI,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Montserrat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(полужирный).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Основной текст: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Segoe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UI,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Roboto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Open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Sans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2) Цветовая гамма: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Фон: Очень светлый серый (например, #EFEFEF или #F5F5F5).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Элементы «вдавленные»: Светло-серый (#E0E0E0), с тенью вниз-вправо.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Элементы «выдавленные»: Белый (#FFFFFF), с тенью вверх-влево.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Акценты: Мягкий пастельный цвет (например, нежно-голубой #A5D8FF).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3) Изображения: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Используются редко, чтобы не перегружать «чистый» фон.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Если есть, то это плоские иконки (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Glyphs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) или монохромные иллюстрации, вписанные в круглые или скруглённые контейнеры.</a:t>
            </a:r>
          </a:p>
        </p:txBody>
      </p:sp>
    </p:spTree>
    <p:extLst>
      <p:ext uri="{BB962C8B-B14F-4D97-AF65-F5344CB8AC3E}">
        <p14:creationId xmlns:p14="http://schemas.microsoft.com/office/powerpoint/2010/main" val="367513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Стилистика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92696"/>
            <a:ext cx="8784976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2. Киберпанк / Неон (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Cyberpunk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Neon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Тёмная, технологичная эстетика будущего. Вдохновлена фильмами вроде «Бегущий по лезвию». Интерфейс выглядит как панель управления космического корабля или хакерский терминал.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1) Шрифты: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Заголовки: Моноширинные шрифты (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Monospace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), например,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Orbitron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Exo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2,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Share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Tech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Mono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Основной текст: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Courier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New,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Roboto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Mono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2) Цветовая гамма: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Фон: Глубокий чёрный или тёмно-синий (#0A0A0A, #0D1B2A).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Текст и элементы: Яркие неоновые цвета: кислотно-розовый (#FF00FF), голубой (#00FFFF), фиолетовый.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Акценты: Ярко-красный или жёлтый для ошибок и предупреждений.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3) Изображения: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Глитч-эффекты (помехи), цифровые артефакты на фоне.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Иконки с неоновым свечением (эффект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Outer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Glow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731946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Стилистика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92696"/>
            <a:ext cx="878497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3. Ретро-футуризм /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Vaporwave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Эстетика 80-х и начала 90-х годов. Сочетает в себе элементы старых операционных систем (Windows 95), кассетных плееров и японской поп-культуры. Ярко, необычно и вызывает ностальгию.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1) Шрифты: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Пиксельные шрифты (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Pixel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Fonts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): Press Start 2P, VCR OSD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Mono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2) Цветовая гамма: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Палитра «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Vaporwave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»: розовый (#FF6AD5), бирюзовый (#7C4DFF), ярко-синий на фоне тропического заката или античной статуи.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3) Закругления: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Острые углы окон и кнопок в стиле Windows 95/98.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4) Изображения: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Коллажи из античных статуй, пальм, старых компьютеров Macintosh.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Использование глитч-арта и VHS-эффектов (шум, полосы).</a:t>
            </a:r>
          </a:p>
        </p:txBody>
      </p:sp>
    </p:spTree>
    <p:extLst>
      <p:ext uri="{BB962C8B-B14F-4D97-AF65-F5344CB8AC3E}">
        <p14:creationId xmlns:p14="http://schemas.microsoft.com/office/powerpoint/2010/main" val="250822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Варианты заданий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92696"/>
            <a:ext cx="878497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Задания: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1. Книжный интернет-магазин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Массив «Пользователи»: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login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password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role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(администратор, гость, менеджер),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userName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userFamily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userPatronomyc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Массив «Книги»: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id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название, автор, жанр, цена, наличие на складе.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Функционал: реализовать добавление, редактирование и удаление книг только для администраторов, редактировать записи для менеджеров. Гости могут только просматривать список книг.</a:t>
            </a:r>
          </a:p>
        </p:txBody>
      </p:sp>
    </p:spTree>
    <p:extLst>
      <p:ext uri="{BB962C8B-B14F-4D97-AF65-F5344CB8AC3E}">
        <p14:creationId xmlns:p14="http://schemas.microsoft.com/office/powerpoint/2010/main" val="573082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Варианты заданий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92696"/>
            <a:ext cx="878497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Задания: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2. Система бронирования отелей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Массив «Пользователи»: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login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password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role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(администратор, гость, менеджер),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userName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userFamily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userPatronomyc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Массив «Номера»: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id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тип номера, вместимость, цена за ночь, статус (свободен/занят).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Функционал: менеджеры могут бронировать и отменять номера, администраторы — управлять всеми данными, гости — только просматривать доступные номера.</a:t>
            </a:r>
          </a:p>
        </p:txBody>
      </p:sp>
    </p:spTree>
    <p:extLst>
      <p:ext uri="{BB962C8B-B14F-4D97-AF65-F5344CB8AC3E}">
        <p14:creationId xmlns:p14="http://schemas.microsoft.com/office/powerpoint/2010/main" val="4131611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Варианты заданий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92696"/>
            <a:ext cx="878497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Задания: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3. Интернет-аптека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Массив «Пользователи»: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login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password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role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(администратор, гость, менеджер),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userName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userFamily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userPatronomyc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Массив «Лекарства»: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id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название, производитель, форма выпуска, цена, срок годности.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Функционал: реализовать фильтрацию по производителю и форме выпуска. Только администраторы и менеджеры могут изменять данные о лекарствах.</a:t>
            </a:r>
          </a:p>
        </p:txBody>
      </p:sp>
    </p:spTree>
    <p:extLst>
      <p:ext uri="{BB962C8B-B14F-4D97-AF65-F5344CB8AC3E}">
        <p14:creationId xmlns:p14="http://schemas.microsoft.com/office/powerpoint/2010/main" val="2116104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Варианты заданий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92696"/>
            <a:ext cx="878497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Задания: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4. Сервис доставки еды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Массив «Пользователи»: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login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password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role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(администратор, гость, менеджер),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userName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userFamily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userPatronomyc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Массив «Блюда»: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id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название, категория (например, «супы», «горячее»), цена, наличие.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Функционал: менеджеры могут добавлять и удалять блюда, администраторы — управлять ролями пользователей. Гости — только просматривать меню.</a:t>
            </a:r>
          </a:p>
        </p:txBody>
      </p:sp>
    </p:spTree>
    <p:extLst>
      <p:ext uri="{BB962C8B-B14F-4D97-AF65-F5344CB8AC3E}">
        <p14:creationId xmlns:p14="http://schemas.microsoft.com/office/powerpoint/2010/main" val="2089699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Варианты заданий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92696"/>
            <a:ext cx="878497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Задания: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5. Каталог онлайн-курсов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Массив «Пользователи»: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login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password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role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(администратор, гость, менеджер),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userName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userFamily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userPatronomyc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Массив «Курсы»: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id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название курса, преподаватель, длительность (в часах), стоимость.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Функционал: администраторы и менеджеры могут редактировать каталог курсов, гости – просматривать информацию.</a:t>
            </a:r>
          </a:p>
        </p:txBody>
      </p:sp>
    </p:spTree>
    <p:extLst>
      <p:ext uri="{BB962C8B-B14F-4D97-AF65-F5344CB8AC3E}">
        <p14:creationId xmlns:p14="http://schemas.microsoft.com/office/powerpoint/2010/main" val="2686977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Благодарю за внимание</a:t>
            </a:r>
          </a:p>
        </p:txBody>
      </p:sp>
      <p:pic>
        <p:nvPicPr>
          <p:cNvPr id="12292" name="Picture 4" descr="https://top-fon.com/uploads/posts/2023-02/1675423036_top-fon-com-p-fon-dlya-prezentatsii-bezopasnii-internet-108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06"/>
          <a:stretch/>
        </p:blipFill>
        <p:spPr bwMode="auto">
          <a:xfrm>
            <a:off x="1691680" y="1268760"/>
            <a:ext cx="5976664" cy="5426924"/>
          </a:xfrm>
          <a:prstGeom prst="ellipse">
            <a:avLst/>
          </a:prstGeom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s://yt3.googleusercontent.com/ytc/AOPolaRt-jcUm5AB26ntx98QFlBrZTzJy_cHZ2RFDXSI=s900-c-k-c0x00ffffff-no-rj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3" t="3162" r="4574" b="6819"/>
          <a:stretch/>
        </p:blipFill>
        <p:spPr bwMode="auto">
          <a:xfrm>
            <a:off x="3231812" y="2553461"/>
            <a:ext cx="2896400" cy="2857522"/>
          </a:xfrm>
          <a:prstGeom prst="ellipse">
            <a:avLst/>
          </a:prstGeom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3708723"/>
      </p:ext>
    </p:extLst>
  </p:cSld>
  <p:clrMapOvr>
    <a:masterClrMapping/>
  </p:clrMapOvr>
</p:sld>
</file>

<file path=ppt/theme/theme1.xml><?xml version="1.0" encoding="utf-8"?>
<a:theme xmlns:a="http://schemas.openxmlformats.org/drawingml/2006/main" name="Техническая">
  <a:themeElements>
    <a:clrScheme name="Техническая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Техническая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хническая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5857</TotalTime>
  <Words>887</Words>
  <Application>Microsoft Office PowerPoint</Application>
  <PresentationFormat>Экран (4:3)</PresentationFormat>
  <Paragraphs>109</Paragraphs>
  <Slides>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Calibri</vt:lpstr>
      <vt:lpstr>Franklin Gothic Book</vt:lpstr>
      <vt:lpstr>Times New Roman</vt:lpstr>
      <vt:lpstr>Wingdings 2</vt:lpstr>
      <vt:lpstr>Техническая</vt:lpstr>
      <vt:lpstr>Зачёт</vt:lpstr>
      <vt:lpstr>Задание</vt:lpstr>
      <vt:lpstr>Стилистика</vt:lpstr>
      <vt:lpstr>Стилистика</vt:lpstr>
      <vt:lpstr>Стилистика</vt:lpstr>
      <vt:lpstr>Варианты заданий</vt:lpstr>
      <vt:lpstr>Варианты заданий</vt:lpstr>
      <vt:lpstr>Варианты заданий</vt:lpstr>
      <vt:lpstr>Варианты заданий</vt:lpstr>
      <vt:lpstr>Варианты заданий</vt:lpstr>
      <vt:lpstr>Благодарю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KreinBlack</dc:creator>
  <cp:lastModifiedBy>Student</cp:lastModifiedBy>
  <cp:revision>270</cp:revision>
  <dcterms:created xsi:type="dcterms:W3CDTF">2023-09-12T09:36:12Z</dcterms:created>
  <dcterms:modified xsi:type="dcterms:W3CDTF">2026-06-02T06:18:58Z</dcterms:modified>
</cp:coreProperties>
</file>